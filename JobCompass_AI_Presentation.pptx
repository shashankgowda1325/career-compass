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4"/>
                </a:solidFill>
              </a:defRPr>
            </a:pPr>
            <a:r>
              <a:t>JobCompass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The Job Seeker Lost in a Sea of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/>
            </a:pPr>
            <a:r>
              <a:t>AI-powered job matching, skill-gap analysis, and application tracking</a:t>
            </a:r>
          </a:p>
          <a:p>
            <a:pPr>
              <a:spcAft>
                <a:spcPts val="1800"/>
              </a:spcAft>
              <a:defRPr sz="2100"/>
            </a:pPr>
            <a:r>
              <a:t>Team: [Add team name and member names]</a:t>
            </a:r>
          </a:p>
          <a:p>
            <a:pPr>
              <a:spcAft>
                <a:spcPts val="1800"/>
              </a:spcAft>
              <a:defRPr sz="2100"/>
            </a:pPr>
            <a:r>
              <a:t>A local prototype built with Python and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JobCompass AI | Hackathon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4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/>
            </a:pPr>
            <a:r>
              <a:t>Job seekers face many opportunities across different websites and formats.</a:t>
            </a:r>
          </a:p>
          <a:p>
            <a:pPr>
              <a:spcAft>
                <a:spcPts val="1800"/>
              </a:spcAft>
              <a:defRPr sz="2100"/>
            </a:pPr>
            <a:r>
              <a:t>It is difficult to identify suitable roles and understand missing skills.</a:t>
            </a:r>
          </a:p>
          <a:p>
            <a:pPr>
              <a:spcAft>
                <a:spcPts val="1800"/>
              </a:spcAft>
              <a:defRPr sz="2100"/>
            </a:pPr>
            <a:r>
              <a:t>Tracking applications and follow-ups can become confusing.</a:t>
            </a:r>
          </a:p>
          <a:p>
            <a:pPr>
              <a:spcAft>
                <a:spcPts val="1800"/>
              </a:spcAft>
              <a:defRPr sz="2100"/>
            </a:pPr>
            <a:r>
              <a:t>Goal: one workspace to compare skills, rank sample roles, and organize applications.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JobCompass AI | Hackathon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4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/>
            </a:pPr>
            <a:r>
              <a:t>Enter candidate skills such as Python, SQL, and machine learning.</a:t>
            </a:r>
          </a:p>
          <a:p>
            <a:pPr>
              <a:spcAft>
                <a:spcPts val="1800"/>
              </a:spcAft>
              <a:defRPr sz="2100"/>
            </a:pPr>
            <a:r>
              <a:t>Compare profile text with job descriptions using TF-IDF and cosine similarity.</a:t>
            </a:r>
          </a:p>
          <a:p>
            <a:pPr>
              <a:spcAft>
                <a:spcPts val="1800"/>
              </a:spcAft>
              <a:defRPr sz="2100"/>
            </a:pPr>
            <a:r>
              <a:t>Show matched skills and missing listed skills for every role.</a:t>
            </a:r>
          </a:p>
          <a:p>
            <a:pPr>
              <a:spcAft>
                <a:spcPts val="1800"/>
              </a:spcAft>
              <a:defRPr sz="2100"/>
            </a:pPr>
            <a:r>
              <a:t>Save interesting jobs, update application status, and export a CSV tracker.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JobCompass AI | Hackathon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4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/>
            </a:pPr>
            <a:r>
              <a:t>Input: candidate skills + local sample jobs.csv dataset</a:t>
            </a:r>
          </a:p>
          <a:p>
            <a:pPr>
              <a:spcAft>
                <a:spcPts val="1800"/>
              </a:spcAft>
              <a:defRPr sz="2100"/>
            </a:pPr>
            <a:r>
              <a:t>Preprocessing: normalize skill text</a:t>
            </a:r>
          </a:p>
          <a:p>
            <a:pPr>
              <a:spcAft>
                <a:spcPts val="1800"/>
              </a:spcAft>
              <a:defRPr sz="2100"/>
            </a:pPr>
            <a:r>
              <a:t>ML method: TF-IDF vectorization and cosine similarity</a:t>
            </a:r>
          </a:p>
          <a:p>
            <a:pPr>
              <a:spcAft>
                <a:spcPts val="1800"/>
              </a:spcAft>
              <a:defRPr sz="2100"/>
            </a:pPr>
            <a:r>
              <a:t>Output: ranked recommendations + skill gaps</a:t>
            </a:r>
          </a:p>
          <a:p>
            <a:pPr>
              <a:spcAft>
                <a:spcPts val="1800"/>
              </a:spcAft>
              <a:defRPr sz="2100"/>
            </a:pPr>
            <a:r>
              <a:t>Streamlit interface: job cards, tracker, and CSV download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JobCompass AI | Hackathon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4"/>
                </a:solidFill>
              </a:defRPr>
            </a:pPr>
            <a:r>
              <a:t>Technology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/>
            </a:pPr>
            <a:r>
              <a:t>Python: application logic</a:t>
            </a:r>
          </a:p>
          <a:p>
            <a:pPr>
              <a:spcAft>
                <a:spcPts val="1800"/>
              </a:spcAft>
              <a:defRPr sz="2100"/>
            </a:pPr>
            <a:r>
              <a:t>Streamlit: interactive localhost web interface</a:t>
            </a:r>
          </a:p>
          <a:p>
            <a:pPr>
              <a:spcAft>
                <a:spcPts val="1800"/>
              </a:spcAft>
              <a:defRPr sz="2100"/>
            </a:pPr>
            <a:r>
              <a:t>pandas: dataset and application table</a:t>
            </a:r>
          </a:p>
          <a:p>
            <a:pPr>
              <a:spcAft>
                <a:spcPts val="1800"/>
              </a:spcAft>
              <a:defRPr sz="2100"/>
            </a:pPr>
            <a:r>
              <a:t>scikit-learn: TF-IDF and cosine similarity</a:t>
            </a:r>
          </a:p>
          <a:p>
            <a:pPr>
              <a:spcAft>
                <a:spcPts val="1800"/>
              </a:spcAft>
              <a:defRPr sz="2100"/>
            </a:pPr>
            <a:r>
              <a:t>Demo: enter skills → compare roles → add jobs → update status → download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JobCompass AI | Hackathon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4"/>
                </a:solidFill>
              </a:defRPr>
            </a:pPr>
            <a:r>
              <a:t>Benefits, Limitations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/>
            </a:pPr>
            <a:r>
              <a:t>Benefits: simple, centralized, transparent skill comparison, application tracking.</a:t>
            </a:r>
          </a:p>
          <a:p>
            <a:pPr>
              <a:spcAft>
                <a:spcPts val="1800"/>
              </a:spcAft>
              <a:defRPr sz="2100"/>
            </a:pPr>
            <a:r>
              <a:t>Limitations: sample listings only; text similarity is not hiring probability or model accuracy.</a:t>
            </a:r>
          </a:p>
          <a:p>
            <a:pPr>
              <a:spcAft>
                <a:spcPts val="1800"/>
              </a:spcAft>
              <a:defRPr sz="2100"/>
            </a:pPr>
            <a:r>
              <a:t>Safety: job/company information must be independently verified.</a:t>
            </a:r>
          </a:p>
          <a:p>
            <a:pPr>
              <a:spcAft>
                <a:spcPts val="1800"/>
              </a:spcAft>
              <a:defRPr sz="2100"/>
            </a:pPr>
            <a:r>
              <a:t>Future scope: resume parsing, verified job APIs, duplicate detection, and learning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JobCompass AI | Hackathon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64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/>
            </a:pPr>
            <a:r>
              <a:t>JobCompass AI reduces the confusion of managing job opportunities.</a:t>
            </a:r>
          </a:p>
          <a:p>
            <a:pPr>
              <a:spcAft>
                <a:spcPts val="1800"/>
              </a:spcAft>
              <a:defRPr sz="2100"/>
            </a:pPr>
            <a:r>
              <a:t>It gives candidates a practical view of matching skills and skill gaps.</a:t>
            </a:r>
          </a:p>
          <a:p>
            <a:pPr>
              <a:spcAft>
                <a:spcPts val="1800"/>
              </a:spcAft>
              <a:defRPr sz="2100"/>
            </a:pPr>
            <a:r>
              <a:t>The prototype runs locally and demonstrates a complete working workflow.</a:t>
            </a:r>
          </a:p>
          <a:p>
            <a:pPr>
              <a:spcAft>
                <a:spcPts val="1800"/>
              </a:spcAft>
              <a:defRPr sz="2100"/>
            </a:pPr>
            <a: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JobCompass AI | Hackathon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